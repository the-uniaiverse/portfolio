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State the promise and the rule: nothing is 'just' anything. Mixed room: leaders decide, analysts frame, engineers build — every lab has a no-code path and a code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start with theory. The failures on the flipchart are the curriculum — we return to them at the close of Day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Phone autocomplete demo. Then the exam-hall analogy: a person who read 10,000 books, in a room with no books, asked for the number on page 247.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key is configured, ask live about the client's own policy. If not, the recorded exchange shows the identical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boxes: public, internal, confidential, personal data. Which tool is approved for which box. The salary-leak story. Rule: if in doubt, don't.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number they'll repeat to their boss. Say it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 bare chunk aloud: 'The amount shall be recognised evenly…' — nobody knows what it's about. Add the prefix and it becomes findable.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scoreboard go 3 → 5. Point at the DRAFT document being demoted by the reranker — 'old cards survive' unless you handle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up. Count how often 'not found' happens: that number is a direct measure of library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change at a time — enforce it. This is where the course clicks: their own score goes up because of a decision they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Handout: the fault-finding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context, give the format, give an example, ask for the source. Live: rewrite the same request three ways on their task. Then the folklore list — please, tips, threats — and why none of it does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on the whiteboard, drawn slowly. Then the warning: ALWAYS with a limit, or it runs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person picks one task they do every week: meeting notes to actions, a report from raw notes, a research brief with sources, a first-draft reply. Build it with saved prompts. Show one to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up a level only when you hit a wall you can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two-week check: at least one plan with an owner and a date. Offer the readiness snapshot and a follow-up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facts · protect data · be specific · give context · you own the output. Monday: use the one automation you built, three times. Then decide what's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Without Code — Understand it, Use it Safely, Get Value (1 day)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517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6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Non-technical professionals from any function or small business owners (up to 20). No prior AI use assumed.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0 · The hour-one win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45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2–3 of your own documents into the instant tool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five questions. Then ask one thing about your company it can't know.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Flipchart: what worked, what failed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Without Code — Understand it, Use it Safely, Get Value (1 day) · v1.0   ·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2 · How it actually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Without Code — Understand it, Use it Safely, Get Value (1 day) · v1.0   ·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 prediction machine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Autocomplete that has read most of the internet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produces a next word — that's the job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database inside. Nothing stored, nothing looked up.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when it doesn't know, it doesn't say so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produces the most plausible continuation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Fluent, confident, wrong — a hallucination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bug: the machine doing its job where that job is wrong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188720"/>
            <a:ext cx="0" cy="329184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Without Code — Understand it, Use it Safely, Get Value (1 day) · v1.0   ·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2 · The confident wrong answer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Closed-book: ask about your company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Open-book: same question with the right page on the desk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model. The difference is the library.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demos/02_hallucination.py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Without Code — Understand it, Use it Safely, Get Value (1 day) · v1.0   ·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may and may not paste in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boxes: public, internal, confidential, personal data.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tool is approved for which box.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salary-leak story.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Rule: if in doubt, don't.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Without Code — Understand it, Use it Safely, Get Value (1 day) · v1.0   ·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window = the desk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fits on the desk when the assistant answers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paste everything in? Money · speed · accuracy · permissions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500-page handbook, 1,000 questions a day: ~$20,000/month pasted vs ~$300/month fetched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the right 8 pages first. That's RAG.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Without Code — Understand it, Use it Safely, Get Value (1 day) · v1.0   ·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4 · The RAG ladder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Without Code — Understand it, Use it Safely, Get Value (1 day) · v1.0   ·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quality is won: cutting the cards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 at headings and sections, never at word counts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idea per card, ~300–500 words, readable cold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split a table; repeat the header row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where it came from on top of every card — the cheapest large improvement there is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Without Code — Understand it, Use it Safely, Get Value (1 day) · v1.0   ·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3 · Basic vs Advanced, one change at a time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chunks → heading chunks + prefix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hybrid search (RRF)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reranking (drops the superseded draft)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a grounded answer, and a refusal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demos/03_rag_basic_vs_advanced.py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Without Code — Understand it, Use it Safely, Get Value (1 day) · v1.0   ·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important sentence in your bot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using ONLY the documents provided.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 fact, say which document it came from.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documents don't contain the answer, say exactly: 'I could not find this in the available documents.'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turns a lie into a report — and a report into a number on a dashboard.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Without Code — Understand it, Use it Safely, Get Value (1 day) · v1.0   ·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2 · Build your grounded assistant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· 45 min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10–20 documents into the tool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10 real questions — the 'before' number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on → re-score. Reranker on → re-score.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five of your chunks. Out loud.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Without Code — Understand it, Use it Safely, Get Value (1 day) · v1.0   · 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answer is wrong — in this order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Was the right page fetched? No → library problem. Chunking, search. Rewriting instructions won't help.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Fetched but ignored? Strengthen the instruction, send fewer cards.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Fetched, used, still wrong? Now it's the prompt — or the card itself is wrong.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people start at 3. Almost every problem is at 1.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Without Code — Understand it, Use it Safely, Get Value (1 day) · v1.0   · 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Prompts that work, folklore that doesn't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context, give the format, give an example, ask for the source.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Live: rewrite the same request three ways on their task.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the folklore list — please, tips, threats — and why none of it does anything.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Without Code — Understand it, Use it Safely, Get Value (1 day) · v1.0   · 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Vending machine vs librarian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built yesterday: press a button, one item drops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item? Nothing you can 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→ one search → answer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 goes to the shelf, reads, thinks 'this only answers half', goes again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→ look → read → judge → answer or try again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when it isn't in the collection, it says so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26280" y="1188720"/>
            <a:ext cx="0" cy="3291840"/>
          </a:xfrm>
          <a:prstGeom prst="line">
            <a:avLst/>
          </a:prstGeom>
          <a:noFill/>
          <a:ln w="12700">
            <a:solidFill>
              <a:srgbClr val="D9D6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Without Code — Understand it, Use it Safely, Get Value (1 day) · v1.0   · 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 one weekly task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person picks one task they do every week: meeting notes to actions, a report from raw notes, a research brief with sources, a first-draft reply.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it with saved prompts.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one to the room.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Without Code — Understand it, Use it Safely, Get Value (1 day) · v1.0   · 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an agent is the wrong answer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high-volume questions where speed matters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 a script already does reliably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poor library — the agent fails five times instead of once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well-tuned Advanced bot: &lt; 1 s, fraction of a cent. An agent: ~12 s, 30× tokens — for the same answer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Without Code — Understand it, Use it Safely, Get Value (1 day) · v1.0   · 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to remember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228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database inside — it predicts. That's why it invents.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 the right pages first. Five right beat fifty mediocre.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it's wrong, look at what it fetched before blaming the model.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amplify retrieval quality — good or bad. Earn your way up; cap everything.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is a design decision: cache, route, trim, tier.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Without Code — Understand it, Use it Safely, Get Value (1 day) · v1.0   · 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137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5 rules card and what to do Monday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facts · protect data · be specific · give context · you own the output.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Monday: use the one automation you built, three times.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decide what's next.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uniAIverse · AI Without Code — Understand it, Use it Safely, Get Value (1 day) · v1.0   ·   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Without Code — Understand it, Use it Safely, Get Value (1 day)</dc:title>
  <dc:subject>PptxGenJS Presentation</dc:subject>
  <dc:creator>PptxGenJS</dc:creator>
  <cp:lastModifiedBy>PptxGenJS</cp:lastModifiedBy>
  <cp:revision>1</cp:revision>
  <dcterms:created xsi:type="dcterms:W3CDTF">2026-09-20T10:55:19Z</dcterms:created>
  <dcterms:modified xsi:type="dcterms:W3CDTF">2026-09-20T10:55:19Z</dcterms:modified>
</cp:coreProperties>
</file>