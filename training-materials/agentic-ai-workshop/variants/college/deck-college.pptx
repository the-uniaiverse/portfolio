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State the promise and the rule: nothing is 'just' anything. Mixed room: leaders decide, analysts frame, engineers build — every lab has a no-code path and a code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wall poster with the master analogy: the brilliant new colleague who has never worked here. Everything maps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real interview questions on screen: 'Why does a chatbot make things up?', 'What is RAG?', 'How would you stop an agent from running forever?' — you will be able to answer all three by 5 pm. Set up uniAI Quest on phones now; the leaderboard runs all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start with theory. The failures on the flipchart are the curriculum — we return to them at the close of Day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Phone autocomplete demo. Then the exam-hall analogy: a person who read 10,000 books, in a room with no books, asked for the number on page 247.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key is configured, ask live about the client's own policy. If not, the recorded exchange shows the identical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questions on uniAI Quest, ai-basics topic, on phones. Leaderboard on the projector. Explain the two most-missed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Tokenise a sentence live. The numbers move every quarter; the shape of the argument doesn't.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number they'll repeat to their boss. Say it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Earn your way up. An agent does not fix bad retrieval — it repeats it five times at five times the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 bare chunk aloud: 'The amount shall be recognised evenly…' — nobody knows what it's about. Add the prefix and it becomes findable.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reranker is the first thing to try when someone says 'our RAG is 70% accurate'.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the scoreboard go 3 → 5. Point at the DRAFT document being demoted by the reranker — 'old cards survive' unless you handle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up. Count how often 'not found' happens: that number is a direct measure of library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change at a time — enforce it. This is where the course clicks: their own score goes up because of a decision they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questions, rag topic. Then one interview challenge (rag-70) answered by a volunteer, room votes, reveal what interviewers listen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Handout: the fault-finding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on the whiteboard, drawn slowly. Then the warning: ALWAYS with a limit, or it runs forever.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these, one badly-worded question can loop for twenty minutes and cost more than the month. Demo 5 hits every 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questions, agents topic. Then the portfolio rule: one GitHub repo, README with a diagram, a 10-question test sheet, a cost estimate. That repo is your interview answer. Show the Course Finder: paste your profile, get your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gate: issue_refund is the only tool that changes the world, and it's the only one behind a human.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up a level only when you hit a wall you can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two-week check: at least one plan with an owner and a date. Offer the readiness snapshot and a follow-up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AI, RAG &amp; Agents — College Placement Bootcamp (1 day) or 2-day with capstone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517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6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Diploma / undergraduate students (any stream) in batches of up to 60 with two TAs; placement-focused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two days run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AM — how it actually works (tokens, cost, models)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PM — the RAG ladder: basic → advanced → hybrid → agentic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AM — agents that don't run away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PM — strategy, optimisation, ROI, your 90-day plan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labs. Every table leaves with a bot, an agent and a costed plan.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College Placement Bootcamp (1 day) or 2-day with capstone · v1.0   ·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recruiters actually ask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real interview questions on screen: 'Why does a chatbot make things up?', 'What is RAG?', 'How would you stop an agent from running forever?' — you will be able to answer all three by 5 pm.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up uniAI Quest on phones now; the leaderboard runs all day.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College Placement Bootcamp (1 day) or 2-day with capstone · v1.0   ·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0 · The hour-one win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· 45 min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2–3 of your own documents into the instant tool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five questions. Then ask one thing about your company it can't know.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Flipchart: what worked, what failed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College Placement Bootcamp (1 day) or 2-day with capstone · v1.0   ·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2 · How it actually works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College Placement Bootcamp (1 day) or 2-day with capstone · v1.0   ·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a prediction machine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Autocomplete that has read most of the internet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produces a next word — that's the job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database inside. Nothing stored, nothing looked up.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when it doesn't know, it doesn't say so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produces the most plausible continuation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Fluent, confident, wrong — a hallucination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bug: the machine doing its job where that job is wrong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26280" y="1188720"/>
            <a:ext cx="0" cy="3291840"/>
          </a:xfrm>
          <a:prstGeom prst="line">
            <a:avLst/>
          </a:prstGeom>
          <a:noFill/>
          <a:ln w="12700">
            <a:solidFill>
              <a:srgbClr val="D9D6C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College Placement Bootcamp (1 day) or 2-day with capstone · v1.0   ·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2 · The confident wrong answer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Closed-book: ask about your company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Open-book: same question with the right page on the desk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model. The difference is the library.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demos/02_hallucination.py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College Placement Bootcamp (1 day) or 2-day with capstone · v1.0   ·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 round 1 · AI basics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questions on uniAI Quest, ai-basics topic, on phones.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Leaderboard on the projector.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 the two most-missed questions.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College Placement Bootcamp (1 day) or 2-day with capstone · v1.0   ·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Tokens: the billing unit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Thing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Rule of thumb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 token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about ¾ of a word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 page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about 700 tokens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Output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costs ~5× input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Cached input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~90% off when the same prefix is sent again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Reasoning tokens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billed as output — buy deliberately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College Placement Bootcamp (1 day) or 2-day with capstone · v1.0   · 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window = the desk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fits on the desk when the assistant answers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paste everything in? Money · speed · accuracy · permissions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500-page handbook, 1,000 questions a day: ~$20,000/month pasted vs ~$300/month fetched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Fetch the right 8 pages first. That's RAG.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College Placement Bootcamp (1 day) or 2-day with capstone · v1.0   · 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4 · The RAG ladder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College Placement Bootcamp (1 day) or 2-day with capstone · v1.0   · 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levels — and when each is right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Level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What it adds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You need it when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Cost / speed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Basic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fetch, answer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clean FAQ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1×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Advanced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rewriting, hybrid search, reranking, contextual chunks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real company documents — where most systems should live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1.1×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Hybrid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several stores + a router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documents AND a database AND live systems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1.3×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Agentic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the model decides, checks, retries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multi-step, cross-system questions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5–10×, 10× slower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College Placement Bootcamp (1 day) or 2-day with capstone · v1.0   · 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quality is won: cutting the cards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 at headings and sections, never at word counts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idea per card, ~300–500 words, readable cold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split a table; repeat the header row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where it came from on top of every card — the cheapest large improvement there is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College Placement Bootcamp (1 day) or 2-day with capstone · v1.0   · 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ways to search, then pick the best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Meaning search: finds 'refund' when you ask 'money back'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 to exact codes, numbers, 'not'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Exact-word search (Ctrl+F): finds ERR_GW_4471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 to synonyms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both, combine by rank (RRF): agreement is evidence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rerank: fetch 50, read properly, keep 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Hiring: filter 500 CVs to 50, then a human reads 50 and picks 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+10–25% answer quality for a fraction of a cent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26280" y="1188720"/>
            <a:ext cx="0" cy="3291840"/>
          </a:xfrm>
          <a:prstGeom prst="line">
            <a:avLst/>
          </a:prstGeom>
          <a:noFill/>
          <a:ln w="12700">
            <a:solidFill>
              <a:srgbClr val="D9D6C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College Placement Bootcamp (1 day) or 2-day with capstone · v1.0   · 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3 · Basic vs Advanced, one change at a time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chunks → heading chunks + prefix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hybrid search (RRF)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reranking (drops the superseded draft)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a grounded answer, and a refusal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demos/03_rag_basic_vs_advanced.py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College Placement Bootcamp (1 day) or 2-day with capstone · v1.0   · 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important sentence in your bot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using ONLY the documents provided.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every fact, say which document it came from.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documents don't contain the answer, say exactly: 'I could not find this in the available documents.'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turns a lie into a report — and a report into a number on a dashboard.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College Placement Bootcamp (1 day) or 2-day with capstone · v1.0   · 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2 · Build your grounded assistant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· 45 min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10–20 documents into the tool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10 real questions — the 'before' number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on → re-score. Reranker on → re-score.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five of your chunks. Out loud.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College Placement Bootcamp (1 day) or 2-day with capstone · v1.0   · 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 round 2 · RAG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questions, rag topic.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one interview challenge (rag-70) answered by a volunteer, room votes, reveal what interviewers listen for.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College Placement Bootcamp (1 day) or 2-day with capstone · v1.0   ·  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 answer is wrong — in this order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Was the right page fetched? No → library problem. Chunking, search. Rewriting instructions won't help.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Fetched but ignored? Strengthen the instruction, send fewer cards.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Fetched, used, still wrong? Now it's the prompt — or the card itself is wrong.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people start at 3. Almost every problem is at 1.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College Placement Bootcamp (1 day) or 2-day with capstone · v1.0   ·  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6 · Agents that don't run away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College Placement Bootcamp (1 day) or 2-day with capstone · v1.0   ·  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Vending machine vs librarian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built yesterday: press a button, one item drops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item? Nothing you can do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→ one search → answer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agent goes to the shelf, reads, thinks 'this only answers half', goes again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→ look → read → judge → answer or try again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when it isn't in the collection, it says so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26280" y="1188720"/>
            <a:ext cx="0" cy="3291840"/>
          </a:xfrm>
          <a:prstGeom prst="line">
            <a:avLst/>
          </a:prstGeom>
          <a:noFill/>
          <a:ln w="12700">
            <a:solidFill>
              <a:srgbClr val="D9D6C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College Placement Bootcamp (1 day) or 2-day with capstone · v1.0   ·  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safety rails — none optional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iterations (5–10)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cost per run · max wall-clock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 detection: same tool + same args twice → stop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required 'I give up' path that reports what it tried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approval for anything consequential or irreversible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College Placement Bootcamp (1 day) or 2-day with capstone · v1.0   ·  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 round 3 · Agents + your portfolio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questions, agents topic.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the portfolio rule: one GitHub repo, README with a diagram, a 10-question test sheet, a cost estimate.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repo is your interview answer.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the Course Finder: paste your profile, get your path.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College Placement Bootcamp (1 day) or 2-day with capstone · v1.0   ·   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5 · An agent with rails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1: reads, checks policy, asks a human, acts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2: the human says no — the agent stops with a draft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3: the model repeats itself — loop detection ends it cleanly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demos/05_agent.py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College Placement Bootcamp (1 day) or 2-day with capstone · v1.0   ·   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an agent is the wrong answer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Simple, high-volume questions where speed matters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 a script already does reliably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poor library — the agent fails five times instead of once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well-tuned Advanced bot: &lt; 1 s, fraction of a cent. An agent: ~12 s, 30× tokens — for the same answer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College Placement Bootcamp (1 day) or 2-day with capstone · v1.0   ·   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things to remember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database inside — it predicts. That's why it invents.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Fetch the right pages first. Five right beat fifty mediocre.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it's wrong, look at what it fetched before blaming the model.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amplify retrieval quality — good or bad. Earn your way up; cap everything.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is a design decision: cache, route, trim, tier.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AI, RAG &amp; Agents — College Placement Bootcamp (1 day) or 2-day with capstone · v1.0   ·   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AI, RAG &amp; Agents — College Placement Bootcamp (1 day) or 2-day with capstone</dc:title>
  <dc:subject>PptxGenJS Presentation</dc:subject>
  <dc:creator>PptxGenJS</dc:creator>
  <cp:lastModifiedBy>PptxGenJS</cp:lastModifiedBy>
  <cp:revision>1</cp:revision>
  <dcterms:created xsi:type="dcterms:W3CDTF">2026-09-20T10:55:19Z</dcterms:created>
  <dcterms:modified xsi:type="dcterms:W3CDTF">2026-09-20T10:55:19Z</dcterms:modified>
</cp:coreProperties>
</file>