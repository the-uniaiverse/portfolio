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State the promise and the rule: nothing is 'just' anything. Mixed room: leaders decide, analysts frame, engineers build — every lab has a no-code path and a code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start with theory. The failures on the flipchart are the curriculum — we return to them at the close of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Phone autocomplete demo. Then the exam-hall analogy: a person who read 10,000 books, in a room with no books, asked for the number on page 247.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key is configured, ask live about the client's own policy. If not, the recorded exchange shows the identical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Domain-specific failure stories: the invented clause, the wrong dosage unit, the out-of-date policy. Then the rule: the assistant cites or it doesn't answer. Confidentiality: what may never be uploaded, decided before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number they'll repeat to their boss. Say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 your way up. An agent does not fix bad retrieval — it repeats it five times at five times the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 bare chunk aloud: 'The amount shall be recognised evenly…' — nobody knows what it's about. Add the prefix and it becomes findable.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reranker is the first thing to try when someone says 'our RAG is 70% accurate'.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scoreboard go 3 → 5. Point at the DRAFT document being demoted by the reranker — 'old cards survive' unless you handle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up. Count how often 'not found' happens: that number is a direct measure of library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change at a time — enforce it. This is where the course clicks: their own score goes up because of a decision they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Handout: the fault-finding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on the whiteboard, drawn slowly. Then the warning: ALWAYS with a limit, or it runs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these, one badly-worded question can loop for twenty minutes and cost more than the month. Demo 5 hits every 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human sits for their workflow: review before send, sampling, escalation. Draft, never decide. Show the governance classify tool: most of their use cases are 'limited' — transparency plus a human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up a level only when you hit a wall you can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sheet page 5. Push every table to something narrow. 'Everything' is not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two-week check: at least one plan with an owner and a date. Offer the readiness snapshot and a follow-up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assistant, one test sheet, one owner. Add every wrong answer to the sheet. Show it to three colleagues. Don't expand the library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for &lt;Domain&gt; Teams — no code, your documents (1 day)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6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Non-technical domain teams: legal, healthcare admin, finance, HR, operations, retail, public sector (up to 20)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0 · The hour-one win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2–3 of your own documents into the instant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five questions. Then ask one thing about your company it can't know.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Flipchart: what worked, what failed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 · How it actually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prediction machine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Autocomplete that has read most of the internet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produces a next word — that's the job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inside. Nothing stored, nothing looked up.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when it doesn't know, it doesn't say so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produces the most plausible continuation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Fluent, confident, wrong — a hallucination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bug: the machine doing its job where that job is wrong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2 · The confident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Closed-book: ask about your company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Open-book: same question with the right page on the desk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model. The difference is the library.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demos/02_hallucination.py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in your domain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Domain-specific failure stories: the invented clause, the wrong dosage unit, the out-of-date policy.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the rule: the assistant cites or it doesn't answer.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Confidentiality: what may never be uploaded, decided before the lab.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 = the desk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fits on the desk when the assistant answers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paste everything in? Money · speed · accuracy · permissions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500-page handbook, 1,000 questions a day: ~$20,000/month pasted vs ~$300/month fetched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8 pages first. That's RAG.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4 · The RAG ladder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levels — and when each is right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Level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it adds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You need it when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 / speed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Basic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fetch, answer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clean FAQ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Advanced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rewriting, hybrid search, reranking, contextual chunks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real company documents — where most systems should live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1.1×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Hybrid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several stores + a router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documents AND a database AND live systems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1.3×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 model decides, checks, retries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multi-step, cross-system questions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5–10×, 10× slower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quality is won: cutting the cards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at headings and sections, never at word counts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idea per card, ~300–500 words, readable cold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split a table; repeat the header row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where it came from on top of every card — the cheapest large improvement there is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to search, then pick the best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search: finds 'refund' when you ask 'money back'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to exact codes, numbers, 'not'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Exact-word search (Ctrl+F): finds ERR_GW_4471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to synonyms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both, combine by rank (RRF): agreement is evidence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rerank: fetch 50, read properly, keep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Hiring: filter 500 CVs to 50, then a human reads 50 and picks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+10–25% answer quality for a fraction of a cent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3 · Basic vs Advanced, one change at a time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chunks → heading chunks + prefix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hybrid search (RRF)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reranking (drops the superseded draft)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a grounded answer, and a refusal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demos/03_rag_basic_vs_advanced.py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sentence in your bot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using ONLY the documents provided.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fact, say which document it came from.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documents don't contain the answer, say exactly: 'I could not find this in the available documents.'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turns a lie into a report — and a report into a number on a dashboard.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 · Build your grounded assistant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10–20 documents into the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10 real questions — the 'before' number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on → re-score. Reranker on → re-score.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five of your chunks. Out loud.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answer is wrong — in this order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Was the right page fetched? No → library problem. Chunking, search. Rewriting instructions won't help.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Fetched but ignored? Strengthen the instruction, send fewer cards.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Fetched, used, still wrong? Now it's the prompt — or the card itself is wrong.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start at 3. Almost every problem is at 1.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6 · Agents that don't run away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Vending machine vs librarian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built yesterday: press a button, one item drops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item? Nothing you can 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→ one search → answer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goes to the shelf, reads, thinks 'this only answers half', goes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→ look → read → judge → answer or try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when it isn't in the collection, it says so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safety rails — none optional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iterations (5–10)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cost per run · max wall-clock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detection: same tool + same args twice → stop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required 'I give up' path that reports what it tried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approval for anything consequential or irreversible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in the loop, by design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human sits for their workflow: review before send, sampling, escalation.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Draft, never decide.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the governance classify tool: most of their use cases are 'limited' — transparency plus a human path.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an agent is the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high-volume questions where speed matters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a script already does reliably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poor library — the agent fails five times instead of once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well-tuned Advanced bot: &lt; 1 s, fraction of a cent. An agent: ~12 s, 30× tokens — for the same answer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5 · Your 90-day plan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40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workflow: outcome, approach, cost range, ROI, owner, gates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level and agent-or-not, with a reason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tier and human oversight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minutes to present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remember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 — it predicts. That's why it invents.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pages first. Five right beat fifty mediocre.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it's wrong, look at what it fetched before blaming the model.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amplify retrieval quality — good or bad. Earn your way up; cap everything.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is a design decision: cache, route, trim, tier.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30-day habit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assistant, one test sheet, one owner.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every wrong answer to the sheet.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it to three colleagues.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expand the library yet.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for &lt;Domain&gt; Teams — no code, your documents (1 day) · v1.0   ·   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&lt;Domain&gt; Teams — no code, your documents (1 day)</dc:title>
  <dc:subject>PptxGenJS Presentation</dc:subject>
  <dc:creator>PptxGenJS</dc:creator>
  <cp:lastModifiedBy>PptxGenJS</cp:lastModifiedBy>
  <cp:revision>1</cp:revision>
  <dcterms:created xsi:type="dcterms:W3CDTF">2026-09-20T10:55:19Z</dcterms:created>
  <dcterms:modified xsi:type="dcterms:W3CDTF">2026-09-20T10:55:19Z</dcterms:modified>
</cp:coreProperties>
</file>